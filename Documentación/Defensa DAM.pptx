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roxima Nova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.fntdata"/><Relationship Id="rId11" Type="http://schemas.openxmlformats.org/officeDocument/2006/relationships/slide" Target="slides/slide6.xml"/><Relationship Id="rId22" Type="http://schemas.openxmlformats.org/officeDocument/2006/relationships/font" Target="fonts/ProximaNova-boldItalic.fntdata"/><Relationship Id="rId10" Type="http://schemas.openxmlformats.org/officeDocument/2006/relationships/slide" Target="slides/slide5.xml"/><Relationship Id="rId21" Type="http://schemas.openxmlformats.org/officeDocument/2006/relationships/font" Target="fonts/ProximaNova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roximaNova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Buenos días, mi nombre es Andrés Serrano Modrego.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El proyecto que voy a presentar se titula </a:t>
            </a:r>
            <a:r>
              <a:rPr i="1" lang="es">
                <a:solidFill>
                  <a:schemeClr val="dk1"/>
                </a:solidFill>
              </a:rPr>
              <a:t>Deck &amp; Dagger: Goblin Hunt</a:t>
            </a:r>
            <a:r>
              <a:rPr lang="es">
                <a:solidFill>
                  <a:schemeClr val="dk1"/>
                </a:solidFill>
              </a:rPr>
              <a:t> y forma parte del Proyecto Final del ciclo de Desarrollo de Aplicaciones Multiplataforma.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Se trata de una aplicación de entretenimiento desarrollada como un videojuego tipo deckbuilder, en la que se han aplicado los conocimientos técnicos, metodológicos y de diseño adquiridos durante el ciclo.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63415e6d6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63415e6d6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proyecto se enmarca dentro del sector del entretenimiento digital, concretamente en el desarrollo de videojuegos independientes.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Está orientado a un público casual, buscando partidas cortas pero estratégicas, y se ha diseñado inicialmente para la plataforma PC con sistema operativo Windows, lo que facilita el desarrollo y la evaluación del proyecto en el contexto académico.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63415e6d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63415e6d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 el análisis de mercado se detecta una gran oferta de videojuegos, especialmente en el ámbito indie, lo que provoca una saturación del mercado.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Además, muchos títulos presentan curvas de aprendizaje elevadas o sistemas de progresión poco claros, lo que dificulta la entrada de nuevos jugadores.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Esto genera una oportunidad para diseñar un videojuego accesible, con reglas claras y una progresión bien definida, que mantenga el interés sin requerir un aprendizaje complejo.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3415e6d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3415e6d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proyecto consiste en un videojuego del género deckbuilder, en el que el jugador participa en combates por turnos uno contra uno.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 progresión del jugador se basa en la obtención y mejora de cartas, lo que introduce un componente estratégico en cada partida.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ello se desarrolla en una ambientación de fantasía oscura, coherente con la temática y el tipo de enemigos del juego.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9a06a15e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9a06a15e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valor principal del juego es ofrecer partidas cortas pero estratégicas, con un sistema fácil de aprender.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 progresión es clara y constante, lo que motiva al jugador a seguir avanzando, y la combinación de cartas genera una alta rejugabilidad.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9a06a15e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9a06a15e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3415e6d6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3415e6d6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Entre las funcionalidades principales destaca el sistema de combate basado en cartas, que define la mecánica central del juego.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jugador dispone además de un sistema de progresión que registra su avance, recompensas y mejoras.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juego incluye distintos tipos de enemigos, tanto normales como jefes, y se ha desarrollado también una interfaz de administración que permite gestionar los datos del sistema, lo que aporta valor técnico al proyecto.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63415e6d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63415e6d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desarrollo se ha realizado utilizando Godot Engine en su versión 4.5.1, empleando el lenguaje GDScript para la lógica de la aplicación.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Para la persistencia de datos se ha utilizado SQLite, lo que permite almacenar el progreso del jugador, cartas y enemigos de forma local.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Todo el proyecto se ha gestionado mediante control de versiones con Git, facilitando el seguimiento del desarrollo y los cambios realizados.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3415e6d6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63415e6d6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proyecto se ha diseñado siguiendo una arquitectura modular, separando claramente las distintas escenas y responsabilidades del sistema.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 lógica de la aplicación, la interfaz y la persistencia de datos están desacopladas, lo que facilita el mantenimiento y la ampliación del proyecto.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uso de una base de datos permite una persistencia eficiente, y el diseño general está pensado para que el proyecto sea escalable en futuras versiones.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3415e6d6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63415e6d6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Para el desarrollo del proyecto se ha utilizado la metodología ágil Scrum, organizando el trabajo en sprints semanales.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 planificación se ha realizado de forma iterativa, permitiendo ajustar tareas y prioridades en función del avance del proyecto.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uso de un tablero Kanban ha facilitado la gestión del trabajo y el control del progreso en cada sprint.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0e07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0e07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Actualmente el proyecto cuenta con un sistema de combate operativo y una gestión funcional de las cartas, que permite realizar partidas completas.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 interfaz principal del juego está implementada y es plenamente navegable.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El proyecto se encuentra en desarrollo activo, con funcionalidades adicionales previstas para siguientes iteraciones.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6c0e07eb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6c0e07eb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El proyecto presenta una viabilidad técnica demostrada, ya que las tecnologías seleccionadas permiten implementar todas las funcionalidades previstas.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Los recursos utilizados son adecuados para el alcance del proyecto y el contexto académico.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Además, se ha definido un plan de pruebas que permite verificar el correcto funcionamiento del sistema y asegurar que los requisitos establecidos se cumplen.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6c0e07eb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6c0e07eb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Como conclusión, el proyecto ha permitido alcanzar los objetivos principales definidos al inicio, demostrando la viabilidad técnica de la aplicación.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Durante su desarrollo se han aplicado de forma práctica los conocimientos adquiridos en el ciclo formativo de Desarrollo de Aplicaciones Multiplataforma.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 cara al futuro, el proyecto ofrece margen para incorporar nuevas funcionalidades y mejoras que amplíen su alcance y profundidad.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60847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0" y="4421074"/>
            <a:ext cx="8123100" cy="7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Proyecto Final DAM</a:t>
            </a:r>
            <a:endParaRPr sz="20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Desarrollo de Aplicaciones Multiplataforma</a:t>
            </a:r>
            <a:endParaRPr sz="2000"/>
          </a:p>
        </p:txBody>
      </p:sp>
      <p:sp>
        <p:nvSpPr>
          <p:cNvPr id="61" name="Google Shape;61;p13"/>
          <p:cNvSpPr txBox="1"/>
          <p:nvPr/>
        </p:nvSpPr>
        <p:spPr>
          <a:xfrm>
            <a:off x="4872900" y="4343100"/>
            <a:ext cx="4271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CPIFP Bajo Aragón</a:t>
            </a:r>
            <a:endParaRPr sz="20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Andrés Serrano Modrego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00"/>
              <a:t>Contexto y sector</a:t>
            </a:r>
            <a:endParaRPr sz="3200"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Sector: entretenimiento digital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Tipo: videojuego indie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Público: jugadores casuales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Plataforma: PC (Windows)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descr="a pixel art drawing of a gargoyle holding a torch (proporcionado por Tenor)"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4778" y="0"/>
            <a:ext cx="2659221" cy="50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20"/>
              <a:t>Necesidad y oportunidad</a:t>
            </a:r>
            <a:endParaRPr sz="3220"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980000"/>
                </a:solidFill>
              </a:rPr>
              <a:t>Oferta saturada de videojuegos</a:t>
            </a:r>
            <a:endParaRPr sz="24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980000"/>
                </a:solidFill>
              </a:rPr>
              <a:t>Curva de aprendizaje elevada</a:t>
            </a:r>
            <a:endParaRPr sz="24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980000"/>
                </a:solidFill>
              </a:rPr>
              <a:t>Falta de progresión clara</a:t>
            </a:r>
            <a:endParaRPr sz="24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>
                <a:solidFill>
                  <a:schemeClr val="dk2"/>
                </a:solidFill>
              </a:rPr>
              <a:t>Oportunidad de diseño accesible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descr="Skills management, development, idea creation with man holding light bulb above head (proporcionado por Getty Images)"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40425" y="1074388"/>
            <a:ext cx="3934075" cy="39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Descripción del proyecto</a:t>
            </a:r>
            <a:endParaRPr sz="3200"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Videojuego tipo roguelike deckbuilder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Combate por turnos 1 vs 1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Progresión mediante cartas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Ambientación fantástica oscura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descr="video game over (proporcionado por Getty Images)"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975" y="1296762"/>
            <a:ext cx="3127823" cy="3127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20"/>
              <a:t>Puesta de valor</a:t>
            </a:r>
            <a:endParaRPr sz="3220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Partidas cortas y estratégicas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Aprendizaje rápido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Progresión clara y gratificante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400"/>
              <a:t>Alta rejugabilidad</a:t>
            </a:r>
            <a:endParaRPr sz="2400"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338350"/>
            <a:ext cx="4442574" cy="249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425" y="2341820"/>
            <a:ext cx="4442574" cy="249098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014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Progresión clara y gratificante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400"/>
              <a:t>Alta rejugabilidad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258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Menú Admin para CRUD</a:t>
            </a:r>
            <a:endParaRPr sz="3200"/>
          </a:p>
        </p:txBody>
      </p:sp>
      <p:pic>
        <p:nvPicPr>
          <p:cNvPr id="97" name="Google Shape;9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13" y="2054100"/>
            <a:ext cx="4272363" cy="23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4587" y="2054100"/>
            <a:ext cx="4267201" cy="239540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156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Gestión de cartas y enemigos</a:t>
            </a:r>
            <a:endParaRPr sz="3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Funcionalidades principales</a:t>
            </a:r>
            <a:endParaRPr sz="3200"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Sistema de combate por cartas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Gestión de progreso del jugador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Interfaz de administración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CRUD sobre cartas y enemigos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descr="the database is an icon vector. Isolated contour symbol illustration (proporcionado por Getty Images)"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3825" y="1409600"/>
            <a:ext cx="3358577" cy="3358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Tecnologías utilizadas</a:t>
            </a:r>
            <a:endParaRPr sz="3200"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Godot Engine 4.5.1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Lenguaje GDScript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Base de datos SQLite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Control de versiones Git con Github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863" y="358550"/>
            <a:ext cx="2653375" cy="303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650" y="3481074"/>
            <a:ext cx="2766950" cy="138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4075" y="3394612"/>
            <a:ext cx="2766950" cy="155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Diseño y arquitectura</a:t>
            </a:r>
            <a:endParaRPr sz="3200"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Arquitectura modular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Separación lógica de escenas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Persistencia con base de datos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Diseño escalable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descr="Black Warehouse icon isolated on white background. Set icons colorful. Vector Illustration (proporcionado por Getty Images)"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950" y="1638350"/>
            <a:ext cx="3733601" cy="186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rchivo:Kanban board example.jpg - Wikipedia, la enciclopedia libre"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400" y="1152475"/>
            <a:ext cx="4392826" cy="3628649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20"/>
              <a:t>Metodología de desarrollo</a:t>
            </a:r>
            <a:endParaRPr sz="3220"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Metodología ágil Scrum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Sprints semanales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Gestión mediante Kanban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Planificación iterativa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30" name="Google Shape;130;p22"/>
          <p:cNvSpPr/>
          <p:nvPr/>
        </p:nvSpPr>
        <p:spPr>
          <a:xfrm>
            <a:off x="5243600" y="1173275"/>
            <a:ext cx="2502300" cy="264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20"/>
              <a:t>Estado actual del proyecto</a:t>
            </a:r>
            <a:endParaRPr sz="3220"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Sistema de combate operativo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Gestión de cartas funcional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Interfaz principal implementada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400"/>
              <a:t>Proyecto en desarrollo activo</a:t>
            </a:r>
            <a:endParaRPr/>
          </a:p>
        </p:txBody>
      </p:sp>
      <p:pic>
        <p:nvPicPr>
          <p:cNvPr descr="Business Strategy, Technology Innovation Concept. Businesswoman Character Pushing Giant Cogwheel. Gear as a Metaphor of Growth and Progress. Piece of Company mechanism. Cartoon Vector illustration (proporcionado por Getty Images)"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715348" y="2810445"/>
            <a:ext cx="4428652" cy="2220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20"/>
              <a:t>Viabilidad y calidad</a:t>
            </a:r>
            <a:endParaRPr sz="3220"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Viabilidad técnica demostrada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Recursos adecuados al proyecto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Plan de pruebas definido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400"/>
              <a:t>Calidad orientada a requisitos</a:t>
            </a:r>
            <a:endParaRPr sz="2400"/>
          </a:p>
        </p:txBody>
      </p:sp>
      <p:pic>
        <p:nvPicPr>
          <p:cNvPr descr="3d white people with check mark (proporcionado por Getty Images)"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3433" y="2391025"/>
            <a:ext cx="3510569" cy="2632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20"/>
              <a:t>Conclusiones y futuro</a:t>
            </a:r>
            <a:endParaRPr sz="3220"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/>
              <a:t>Objetivos principales alcanzados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Proyecto técnicamente viable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400"/>
              <a:t>Aplicación de conocimientos DAM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400"/>
              <a:t>Posibles mejoras futuras</a:t>
            </a:r>
            <a:endParaRPr sz="2400"/>
          </a:p>
        </p:txBody>
      </p:sp>
      <p:pic>
        <p:nvPicPr>
          <p:cNvPr descr="a cartoon drawing of a person hanging from a rope on top of a hill with a yellow flag hanging from it (proporcionado por Tenor)" id="151" name="Google Shape;15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150" y="892600"/>
            <a:ext cx="4743450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070B0E"/>
      </a:dk1>
      <a:lt1>
        <a:srgbClr val="FFFFFF"/>
      </a:lt1>
      <a:dk2>
        <a:srgbClr val="4BA173"/>
      </a:dk2>
      <a:lt2>
        <a:srgbClr val="040705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